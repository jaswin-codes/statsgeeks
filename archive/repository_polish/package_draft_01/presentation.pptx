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Building-age classification: Madrid → Amsterdam</a:t>
            </a:r>
          </a:p>
          <a:p>
            <a:r>
              <a:t>Final selected incumbent; reproducible full-pool few-shot inference.</a:t>
            </a:r>
          </a:p>
          <a:p>
            <a:r>
              <a:t>200-shot macro-F1: 0.749299 ± 0.005716.</a:t>
            </a:r>
          </a:p>
          <a:p>
            <a:r>
              <a:t>Existing locked audit, not a new independent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Four building-age classes; 60 ordered spectral features.</a:t>
            </a:r>
          </a:p>
          <a:p>
            <a:r>
              <a:t>Labelled Madrid source; small balanced Amsterdam support.</a:t>
            </a:r>
          </a:p>
          <a:p>
            <a:r>
              <a:t>Budgets: 5 / 25 / 50 / 100 / 200 labels per class.</a:t>
            </a:r>
          </a:p>
          <a:p>
            <a:r>
              <a:t>Macro-F1 gives equal weight to each class.</a:t>
            </a:r>
          </a:p>
          <a:p>
            <a:r>
              <a:t>Organizer data needed for raw training; pool-bound inference artifact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EXP-010: source-selected weighted prototypes.</a:t>
            </a:r>
          </a:p>
          <a:p>
            <a:r>
              <a:t>EXP-F: covariance-aware metric adaptation.</a:t>
            </a:r>
          </a:p>
          <a:p>
            <a:r>
              <a:t>ASTRA: source prior, adaptive whitening, forest, graph.</a:t>
            </a:r>
          </a:p>
          <a:p>
            <a:r>
              <a:t>Coordinate-RF: append standardized coordinates to local inputs.</a:t>
            </a:r>
          </a:p>
          <a:p>
            <a:r>
              <a:t>Overnight discovery uses development support only; no query-driven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Domain shift, scarce labels, noisy mixed-pixel age classes.</a:t>
            </a:r>
          </a:p>
          <a:p>
            <a:r>
              <a:t>Historical support-only alternatives: ExtraTrees, boosted trees, covariance blends, wider graphs and ensembles.</a:t>
            </a:r>
          </a:p>
          <a:p>
            <a:r>
              <a:t>They did not replace the development-locked Coordinate-RF under the documented gates.</a:t>
            </a:r>
          </a:p>
          <a:p>
            <a:r>
              <a:t>Overnight results are exploratory, not new headline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Source information survives as an aligned probability prior.</a:t>
            </a:r>
          </a:p>
          <a:p>
            <a:r>
              <a:t>120 contextual source features; covariance transport.</a:t>
            </a:r>
          </a:p>
          <a:p>
            <a:r>
              <a:t>One pseudo-class refinement uses predictions, never target truth.</a:t>
            </a:r>
          </a:p>
          <a:p>
            <a:r>
              <a:t>Two source RF200/leaf2 models; blend decreases as support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Unlabelled-pool covariance → budget-adaptive diagonal shrinkage.</a:t>
            </a:r>
          </a:p>
          <a:p>
            <a:r>
              <a:t>Whiten 60 inputs; append standardized lattice x/y.</a:t>
            </a:r>
          </a:p>
          <a:p>
            <a:r>
              <a:t>Fit balanced RF200, leaf1, sqrt features, seed42 on support only.</a:t>
            </a:r>
          </a:p>
          <a:p>
            <a:r>
              <a:t>Blend source prior: alpha=20/(20+4b).</a:t>
            </a:r>
          </a:p>
          <a:p>
            <a:r>
              <a:t>Gaussian smoothing: 9 neighbours, sigma1, one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Spectral covariance adapts to target distribution.</a:t>
            </a:r>
          </a:p>
          <a:p>
            <a:r>
              <a:t>Coordinates help interpolate local geography.</a:t>
            </a:r>
          </a:p>
          <a:p>
            <a:r>
              <a:t>Source prior matters most when labels are scarce.</a:t>
            </a:r>
          </a:p>
          <a:p>
            <a:r>
              <a:t>This is transductive/full-unlabelled-target inference.</a:t>
            </a:r>
          </a:p>
          <a:p>
            <a:r>
              <a:t>Coordinates, pool membership and extra development supervision require organizer eligibility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5: 0.650253 ± 0.011246</a:t>
            </a:r>
          </a:p>
          <a:p>
            <a:r>
              <a:t>25: 0.687664 ± 0.012145</a:t>
            </a:r>
          </a:p>
          <a:p>
            <a:r>
              <a:t>50: 0.708436 ± 0.011277</a:t>
            </a:r>
          </a:p>
          <a:p>
            <a:r>
              <a:t>100: 0.729839 ± 0.008802</a:t>
            </a:r>
          </a:p>
          <a:p>
            <a:r>
              <a:t>200: 0.749299 ± 0.005716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Coordinate-RF 0.749299; 200 episodes.</a:t>
            </a:r>
          </a:p>
          <a:p>
            <a:r>
              <a:t>Gain vs ASTRA +0.016262; 200/200 wins.</a:t>
            </a:r>
          </a:p>
          <a:p>
            <a:r>
              <a:t>Gain vs EXP-F +0.091697.</a:t>
            </a:r>
          </a:p>
          <a:p>
            <a:r>
              <a:t>Gain vs EXP-010 +0.126459.</a:t>
            </a:r>
          </a:p>
          <a:p>
            <a:r>
              <a:t>Inductive controls have different information access.</a:t>
            </a:r>
          </a:p>
          <a:p>
            <a:r>
              <a:t>Five-shot advantage over ASTRA is negligible.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Matched support episodes on one fixed city.</a:t>
            </a:r>
          </a:p>
          <a:p>
            <a:r>
              <a:t>Error bars/intervals quantify support sampling only.</a:t>
            </a:r>
          </a:p>
          <a:p>
            <a:r>
              <a:t>Repeated query pixels imply correlated episodes.</a:t>
            </a:r>
          </a:p>
          <a:p>
            <a:r>
              <a:t>No independent-city or organizer-test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Saved locked predictions/confusion matrices.</a:t>
            </a:r>
          </a:p>
          <a:p>
            <a:r>
              <a:t>Macro-F1 is the mean of four class F1 values.</a:t>
            </a:r>
          </a:p>
          <a:p>
            <a:r>
              <a:t>Pooled confusion is descriptive; not mean episode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200/class; opposite half; 10-key-unit buffer.</a:t>
            </a:r>
          </a:p>
          <a:p>
            <a:r>
              <a:t>x-low .719836; x-high .644816.</a:t>
            </a:r>
          </a:p>
          <a:p>
            <a:r>
              <a:t>y-low .669160; y-high .743052.</a:t>
            </a:r>
          </a:p>
          <a:p>
            <a:r>
              <a:t>Mean .694216; worst .644816.</a:t>
            </a:r>
          </a:p>
          <a:p>
            <a:r>
              <a:t>ASTRA mean .696672; worst .658183.</a:t>
            </a:r>
          </a:p>
          <a:p>
            <a:r>
              <a:t>Coordinates improve interpolation, not all extrapolation.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Existing clean source refit: 4000 exact prediction arrays / 1000 episodes.</a:t>
            </a:r>
          </a:p>
          <a:p>
            <a:r>
              <a:t>Overnight fresh source refit: eight exact state arrays and five-budget replay.</a:t>
            </a:r>
          </a:p>
          <a:p>
            <a:r>
              <a:t>Current package: clean-process five-budget cached replay.</a:t>
            </a:r>
          </a:p>
          <a:p>
            <a:r>
              <a:t>Notebook executed sequentially in a fresh Python process.</a:t>
            </a:r>
          </a:p>
          <a:p>
            <a:r>
              <a:t>Hashes, feature order, config, seeds and provenance included.</a:t>
            </a:r>
          </a:p>
          <a:p>
            <a:r>
              <a:t>Query truth is absent from inference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0.80 not achieved on the locked audit.</a:t>
            </a:r>
          </a:p>
          <a:p>
            <a:r>
              <a:t>No fresh untouched population exists locally for promotion.</a:t>
            </a:r>
          </a:p>
          <a:p>
            <a:r>
              <a:t>Historical ASTRA audit exposure is disclosed.</a:t>
            </a:r>
          </a:p>
          <a:p>
            <a:r>
              <a:t>Extra 800 research-development labels are beyond episode budgets.</a:t>
            </a:r>
          </a:p>
          <a:p>
            <a:r>
              <a:t>Retain Coordinate-RF; do not force an unverified winner.</a:t>
            </a:r>
          </a:p>
          <a:p>
            <a:r>
              <a:t>Competition eligibility remains conditional on organizer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Coordinate-RF predicts four building-age classes for Amsterdam using labelled Madrid source data and a small class-balanced Amsterdam support set. The target is macro-F1, which weights each class equally. We evaluate 5, 25, 50, 100 and 200 support pixels per class.</a:t>
            </a:r>
          </a:p>
          <a:p/>
          <a:p>
            <a:r>
              <a:t>Our source branch augments 60 spectral inputs with local 3-by-3 lattice averages, aligns source and unlabelled target covariance, and refines class-conditional alignment using source-model pseudo-labels, never query truth. Two source Random Forests produce a target probability prior. The local branch adaptively whitens 60 inputs using full unlabelled target covariance with budget-dependent diagonal shrinkage, appends two standardized lattice coordinates, and fits a 200-tree, balanced Random Forest to support labels only. Its probabilities are blended with the source prior using weight 20/(20+4b), then smoothed over nine spatial neighbours with Gaussian weights.</a:t>
            </a:r>
          </a:p>
          <a:p/>
          <a:p>
            <a:r>
              <a:t>The locked random-pixel results, each from 200 paired episodes, are 0.650253, 0.687664, 0.708436, 0.729839 and 0.749299 macro-F1 across the five budgets. At 200 shots the population SD is 0.005716. Matched gains are 0.016262 over ASTRA, 0.091697 over EXP-F and 0.126459 over EXP-010. All 200 paired episodes beat ASTRA at that budget. The five-shot advantage is negligible.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existing locked final_complete.json and spatial_complete.json. No independent organizer validation. This is transductive, full-pool, coordinate-aware inference, not an inductive unseen-city claim. The packaged artifact is bound to the supplied ordered Amsterdam pool. Rebuilding for another pool requires organizer feature data, feature order, source-fitted scaling and matching lattice coordinates. The final query population excludes the designated 800-label development bank and current support. Development labels are additional research supervision beyond each episode budget; repeated episodes are correlated. The inherited ASTRA recipe has historical audit exposure. No independent organizer-held-out validation is claimed, and protocol eligibility must be confirmed against organizer rules.</a:t>
            </a:r>
          </a:p>
          <a:p/>
          <a:p>
            <a:r>
              <a:t>Geographic extrapolation remains a limitation: the four-direction spatial mean is 0.694216 and the worst direction is 0.644816, versus ASTRA's 0.696672 and 0.658183. Coordinate-RF is therefore selected for the stated random-pixel/full-pool use case, not universal superiority. Frozen configurations, hashes, label-free prediction replay, support/query separation and saved confusion matrices support reproducibility. No competitor code, data or predictions are included. No overnight exploratory candidate replaces the incumbent without fresh-population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StatsGeeks | Coordinate-RF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Building-age classification: Madrid → Amsterdam</a:t>
            </a:r>
          </a:p>
          <a:p>
            <a:pPr>
              <a:defRPr sz="2400"/>
            </a:pPr>
            <a:r>
              <a:t>Final selected incumbent; reproducible full-pool few-shot inference.</a:t>
            </a:r>
          </a:p>
          <a:p>
            <a:pPr>
              <a:defRPr sz="2400"/>
            </a:pPr>
            <a:r>
              <a:t>200-shot macro-F1: 0.749299 ± 0.005716.</a:t>
            </a:r>
          </a:p>
          <a:p>
            <a:pPr>
              <a:defRPr sz="2400"/>
            </a:pPr>
            <a:r>
              <a:t>Existing locked audit, not a new independent test.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and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Four building-age classes; 60 ordered spectral features.</a:t>
            </a:r>
          </a:p>
          <a:p>
            <a:pPr>
              <a:defRPr sz="2400"/>
            </a:pPr>
            <a:r>
              <a:t>Labelled Madrid source; small balanced Amsterdam support.</a:t>
            </a:r>
          </a:p>
          <a:p>
            <a:pPr>
              <a:defRPr sz="2400"/>
            </a:pPr>
            <a:r>
              <a:t>Budgets: 5 / 25 / 50 / 100 / 200 labels per class.</a:t>
            </a:r>
          </a:p>
          <a:p>
            <a:pPr>
              <a:defRPr sz="2400"/>
            </a:pPr>
            <a:r>
              <a:t>Macro-F1 gives equal weight to each class.</a:t>
            </a:r>
          </a:p>
          <a:p>
            <a:pPr>
              <a:defRPr sz="2400"/>
            </a:pPr>
            <a:r>
              <a:t>Organizer data needed for raw training; pool-bound inference artifact supplied.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Starting point and experimental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EXP-010: source-selected weighted prototypes.</a:t>
            </a:r>
          </a:p>
          <a:p>
            <a:pPr>
              <a:defRPr sz="2400"/>
            </a:pPr>
            <a:r>
              <a:t>EXP-F: covariance-aware metric adaptation.</a:t>
            </a:r>
          </a:p>
          <a:p>
            <a:pPr>
              <a:defRPr sz="2400"/>
            </a:pPr>
            <a:r>
              <a:t>ASTRA: source prior, adaptive whitening, forest, graph.</a:t>
            </a:r>
          </a:p>
          <a:p>
            <a:pPr>
              <a:defRPr sz="2400"/>
            </a:pPr>
            <a:r>
              <a:t>Coordinate-RF: append standardized coordinates to local inputs.</a:t>
            </a:r>
          </a:p>
          <a:p>
            <a:pPr>
              <a:defRPr sz="2400"/>
            </a:pPr>
            <a:r>
              <a:t>Overnight discovery uses development support only; no query-driven selection.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Challenges and failed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Domain shift, scarce labels, noisy mixed-pixel age classes.</a:t>
            </a:r>
          </a:p>
          <a:p>
            <a:pPr>
              <a:defRPr sz="2400"/>
            </a:pPr>
            <a:r>
              <a:t>Historical support-only alternatives: ExtraTrees, boosted trees, covariance blends, wider graphs and ensembles.</a:t>
            </a:r>
          </a:p>
          <a:p>
            <a:pPr>
              <a:defRPr sz="2400"/>
            </a:pPr>
            <a:r>
              <a:t>They did not replace the development-locked Coordinate-RF under the documented gates.</a:t>
            </a:r>
          </a:p>
          <a:p>
            <a:pPr>
              <a:defRPr sz="2400"/>
            </a:pPr>
            <a:r>
              <a:t>Overnight results are exploratory, not new headline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Transfer-learning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Source information survives as an aligned probability prior.</a:t>
            </a:r>
          </a:p>
          <a:p>
            <a:pPr>
              <a:defRPr sz="2400"/>
            </a:pPr>
            <a:r>
              <a:t>120 contextual source features; covariance transport.</a:t>
            </a:r>
          </a:p>
          <a:p>
            <a:pPr>
              <a:defRPr sz="2400"/>
            </a:pPr>
            <a:r>
              <a:t>One pseudo-class refinement uses predictions, never target truth.</a:t>
            </a:r>
          </a:p>
          <a:p>
            <a:pPr>
              <a:defRPr sz="2400"/>
            </a:pPr>
            <a:r>
              <a:t>Two source RF200/leaf2 models; blend decreases as support grows.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Final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Unlabelled-pool covariance → budget-adaptive diagonal shrinkage.</a:t>
            </a:r>
          </a:p>
          <a:p>
            <a:pPr>
              <a:defRPr sz="2400"/>
            </a:pPr>
            <a:r>
              <a:t>Whiten 60 inputs; append standardized lattice x/y.</a:t>
            </a:r>
          </a:p>
          <a:p>
            <a:pPr>
              <a:defRPr sz="2400"/>
            </a:pPr>
            <a:r>
              <a:t>Fit balanced RF200, leaf1, sqrt features, seed42 on support only.</a:t>
            </a:r>
          </a:p>
          <a:p>
            <a:pPr>
              <a:defRPr sz="2400"/>
            </a:pPr>
            <a:r>
              <a:t>Blend source prior: alpha=20/(20+4b).</a:t>
            </a:r>
          </a:p>
          <a:p>
            <a:pPr>
              <a:defRPr sz="2400"/>
            </a:pPr>
            <a:r>
              <a:t>Gaussian smoothing: 9 neighbours, sigma1, one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Why it works — and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Spectral covariance adapts to target distribution.</a:t>
            </a:r>
          </a:p>
          <a:p>
            <a:pPr>
              <a:defRPr sz="2400"/>
            </a:pPr>
            <a:r>
              <a:t>Coordinates help interpolate local geography.</a:t>
            </a:r>
          </a:p>
          <a:p>
            <a:pPr>
              <a:defRPr sz="2400"/>
            </a:pPr>
            <a:r>
              <a:t>Source prior matters most when labels are scarce.</a:t>
            </a:r>
          </a:p>
          <a:p>
            <a:pPr>
              <a:defRPr sz="2400"/>
            </a:pPr>
            <a:r>
              <a:t>This is transductive/full-unlabelled-target inference.</a:t>
            </a:r>
          </a:p>
          <a:p>
            <a:pPr>
              <a:defRPr sz="2400"/>
            </a:pPr>
            <a:r>
              <a:t>Coordinates, pool membership and extra development supervision require organizer eligibility confirmation.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Locked learning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5: 0.650253 ± 0.011246</a:t>
            </a:r>
          </a:p>
          <a:p>
            <a:pPr>
              <a:defRPr sz="1900"/>
            </a:pPr>
            <a:r>
              <a:t>25: 0.687664 ± 0.012145</a:t>
            </a:r>
          </a:p>
          <a:p>
            <a:pPr>
              <a:defRPr sz="1900"/>
            </a:pPr>
            <a:r>
              <a:t>50: 0.708436 ± 0.011277</a:t>
            </a:r>
          </a:p>
          <a:p>
            <a:pPr>
              <a:defRPr sz="1900"/>
            </a:pPr>
            <a:r>
              <a:t>100: 0.729839 ± 0.008802</a:t>
            </a:r>
          </a:p>
          <a:p>
            <a:pPr>
              <a:defRPr sz="1900"/>
            </a:pPr>
            <a:r>
              <a:t>200: 0.749299 ± 0.005716</a:t>
            </a:r>
          </a:p>
        </p:txBody>
      </p:sp>
      <p:pic>
        <p:nvPicPr>
          <p:cNvPr id="4" name="Picture 3" descr="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400800" cy="35190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Matched comparisons at 200 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Coordinate-RF 0.749299; 200 episodes.</a:t>
            </a:r>
          </a:p>
          <a:p>
            <a:pPr>
              <a:defRPr sz="1900"/>
            </a:pPr>
            <a:r>
              <a:t>Gain vs ASTRA +0.016262; 200/200 wins.</a:t>
            </a:r>
          </a:p>
          <a:p>
            <a:pPr>
              <a:defRPr sz="1900"/>
            </a:pPr>
            <a:r>
              <a:t>Gain vs EXP-F +0.091697.</a:t>
            </a:r>
          </a:p>
          <a:p>
            <a:pPr>
              <a:defRPr sz="1900"/>
            </a:pPr>
            <a:r>
              <a:t>Gain vs EXP-010 +0.126459.</a:t>
            </a:r>
          </a:p>
          <a:p>
            <a:pPr>
              <a:defRPr sz="1900"/>
            </a:pPr>
            <a:r>
              <a:t>Inductive controls have different information access.</a:t>
            </a:r>
          </a:p>
          <a:p>
            <a:pPr>
              <a:defRPr sz="1900"/>
            </a:pPr>
            <a:r>
              <a:t>Five-shot advantage over ASTRA is negligible.</a:t>
            </a:r>
          </a:p>
        </p:txBody>
      </p:sp>
      <p:pic>
        <p:nvPicPr>
          <p:cNvPr id="4" name="Picture 3" descr="budge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400800" cy="35210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Paired gains and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Matched support episodes on one fixed city.</a:t>
            </a:r>
          </a:p>
          <a:p>
            <a:pPr>
              <a:defRPr sz="1900"/>
            </a:pPr>
            <a:r>
              <a:t>Error bars/intervals quantify support sampling only.</a:t>
            </a:r>
          </a:p>
          <a:p>
            <a:pPr>
              <a:defRPr sz="1900"/>
            </a:pPr>
            <a:r>
              <a:t>Repeated query pixels imply correlated episodes.</a:t>
            </a:r>
          </a:p>
          <a:p>
            <a:pPr>
              <a:defRPr sz="1900"/>
            </a:pPr>
            <a:r>
              <a:t>No independent-city or organizer-test claim.</a:t>
            </a:r>
          </a:p>
        </p:txBody>
      </p:sp>
      <p:pic>
        <p:nvPicPr>
          <p:cNvPr id="4" name="Picture 3" descr="paired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400800" cy="20243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Class-level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Saved locked predictions/confusion matrices.</a:t>
            </a:r>
          </a:p>
          <a:p>
            <a:pPr>
              <a:defRPr sz="1900"/>
            </a:pPr>
            <a:r>
              <a:t>Macro-F1 is the mean of four class F1 values.</a:t>
            </a:r>
          </a:p>
          <a:p>
            <a:pPr>
              <a:defRPr sz="1900"/>
            </a:pPr>
            <a:r>
              <a:t>Pooled confusion is descriptive; not mean episode F1.</a:t>
            </a:r>
          </a:p>
        </p:txBody>
      </p:sp>
      <p:pic>
        <p:nvPicPr>
          <p:cNvPr id="4" name="Picture 3" descr="confusion_Coordinate_RF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400800" cy="57850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Spatial stress: all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200/class; opposite half; 10-key-unit buffer.</a:t>
            </a:r>
          </a:p>
          <a:p>
            <a:pPr>
              <a:defRPr sz="1900"/>
            </a:pPr>
            <a:r>
              <a:t>x-low .719836; x-high .644816.</a:t>
            </a:r>
          </a:p>
          <a:p>
            <a:pPr>
              <a:defRPr sz="1900"/>
            </a:pPr>
            <a:r>
              <a:t>y-low .669160; y-high .743052.</a:t>
            </a:r>
          </a:p>
          <a:p>
            <a:pPr>
              <a:defRPr sz="1900"/>
            </a:pPr>
            <a:r>
              <a:t>Mean .694216; worst .644816.</a:t>
            </a:r>
          </a:p>
          <a:p>
            <a:pPr>
              <a:defRPr sz="1900"/>
            </a:pPr>
            <a:r>
              <a:t>ASTRA mean .696672; worst .658183.</a:t>
            </a:r>
          </a:p>
          <a:p>
            <a:pPr>
              <a:defRPr sz="1900"/>
            </a:pPr>
            <a:r>
              <a:t>Coordinates improve interpolation, not all extrapolation.</a:t>
            </a:r>
          </a:p>
        </p:txBody>
      </p:sp>
      <p:pic>
        <p:nvPicPr>
          <p:cNvPr id="4" name="Picture 3" descr="spa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400800" cy="28723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Existing clean source refit: 4000 exact prediction arrays / 1000 episodes.</a:t>
            </a:r>
          </a:p>
          <a:p>
            <a:pPr>
              <a:defRPr sz="2400"/>
            </a:pPr>
            <a:r>
              <a:t>Overnight fresh source refit: eight exact state arrays and five-budget replay.</a:t>
            </a:r>
          </a:p>
          <a:p>
            <a:pPr>
              <a:defRPr sz="2400"/>
            </a:pPr>
            <a:r>
              <a:t>Current package: clean-process five-budget cached replay.</a:t>
            </a:r>
          </a:p>
          <a:p>
            <a:pPr>
              <a:defRPr sz="2400"/>
            </a:pPr>
            <a:r>
              <a:t>Notebook executed sequentially in a fresh Python process.</a:t>
            </a:r>
          </a:p>
          <a:p>
            <a:pPr>
              <a:defRPr sz="2400"/>
            </a:pPr>
            <a:r>
              <a:t>Hashes, feature order, config, seeds and provenance included.</a:t>
            </a:r>
          </a:p>
          <a:p>
            <a:pPr>
              <a:defRPr sz="2400"/>
            </a:pPr>
            <a:r>
              <a:t>Query truth is absent from inference inputs.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Limitations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0.80 not achieved on the locked audit.</a:t>
            </a:r>
          </a:p>
          <a:p>
            <a:pPr>
              <a:defRPr sz="2400"/>
            </a:pPr>
            <a:r>
              <a:t>No fresh untouched population exists locally for promotion.</a:t>
            </a:r>
          </a:p>
          <a:p>
            <a:pPr>
              <a:defRPr sz="2400"/>
            </a:pPr>
            <a:r>
              <a:t>Historical ASTRA audit exposure is disclosed.</a:t>
            </a:r>
          </a:p>
          <a:p>
            <a:pPr>
              <a:defRPr sz="2400"/>
            </a:pPr>
            <a:r>
              <a:t>Extra 800 research-development labels are beyond episode budgets.</a:t>
            </a:r>
          </a:p>
          <a:p>
            <a:pPr>
              <a:defRPr sz="2400"/>
            </a:pPr>
            <a:r>
              <a:t>Retain Coordinate-RF; do not force an unverified winner.</a:t>
            </a:r>
          </a:p>
          <a:p>
            <a:pPr>
              <a:defRPr sz="2400"/>
            </a:pPr>
            <a:r>
              <a:t>Competition eligibility remains conditional on organizer rules.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Written explanation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Coordinate-RF predicts four building-age classes for Amsterdam using labelled Madrid source data and a small class-balanced Amsterdam support set. The target is macro-F1, which weights each class equally. We evaluate 5, 25, 50, 100 and 200 support pixels per class.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Our source branch augments 60 spectral inputs with local 3-by-3 lattice averages, aligns source and unlabelled target covariance, and refines class-conditional alignment using source-model pseudo-labels, never query truth. Two source Random Forests produce a target probability prior. The local branch adaptively whitens 60 inputs using full unlabelled target covariance with budget-dependent diagonal shrinkage, appends two standardized lattice coordinates, and fits a 200-tree, balanced Random Forest to support labels only. Its probabilities are blended with the source prior using weight 20/(20+4b), then smoothed over nine spatial neighbours with Gaussian weights.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The locked random-pixel results, each from 200 paired episodes, are 0.650253, 0.687664, 0.708436, 0.729839 and 0.749299 macro-F1 across the five budgets. At 200 shots the population SD is 0.005716. Matched gains are 0.016262 over ASTRA, 0.091697 over EXP-F and 0.126459 over EXP-010. All 200 paired episodes beat ASTRA at that budget. The five-shot advantage is negligible.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Written explanation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This is transductive, full-pool, coordinate-aware inference, not an inductive unseen-city claim. The packaged artifact is bound to the supplied ordered Amsterdam pool. Rebuilding for another pool requires organizer feature data, feature order, source-fitted scaling and matching lattice coordinates. The final query population excludes the designated 800-label development bank and current support. Development labels are additional research supervision beyond each episode budget; repeated episodes are correlated. The inherited ASTRA recipe has historical audit exposure. No independent organizer-held-out validation is claimed, and protocol eligibility must be confirmed against organizer rules.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Geographic extrapolation remains a limitation: the four-direction spatial mean is 0.694216 and the worst direction is 0.644816, versus ASTRA's 0.696672 and 0.658183. Coordinate-RF is therefore selected for the stated random-pixel/full-pool use case, not universal superiority. Frozen configurations, hashes, label-free prediction replay, support/query separation and saved confusion matrices support reproducibility. No competitor code, data or predictions are included. No overnight exploratory candidate replaces the incumbent without fresh-population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